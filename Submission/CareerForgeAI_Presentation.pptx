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4F46E5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0D9488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4864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</a:t>
            </a:r>
            <a:endParaRPr lang="en-US" sz="238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CareerForge AI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10515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your resume.</a:t>
            </a:r>
            <a:endParaRPr lang="en-US" sz="46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your portfolio.</a:t>
            </a:r>
            <a:endParaRPr lang="en-US" sz="46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AI suggestions.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21792" y="48920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resume and career development platform for students, fresh graduates, and job seekers.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" y="5715000"/>
            <a:ext cx="7772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58704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Singh Bisht 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(01013702025)   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Kumar 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(04713702025)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career profile is scattered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needlessly expensive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fresh graduates struggle with resume formatting and structure, while existing platforms lock full customization, templates, and PDF export behind paid plans — and offer no real portfolio or feedback tools at all.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1E293B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356616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566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🧩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3434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Scattered Tools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727448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apps for resumes, portfolios, and career guidance — nothing talks to each other.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324612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1E293B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356616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3566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💳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17720" y="43434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Paywalled Basics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4727448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Templates, PDF export, and customization often sit behind a subscription.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324612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1E293B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6760" y="356616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3566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🤷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321040" y="43434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Real Feedback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4727448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know if a resume is actually good — no scoring, no suggestions.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CareerForge AI — Project Overview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 for your entire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story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6675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CareerForge AI brings resume building, portfolio creation, and AI-assisted career guidance into a single, centralized, free platform — so nothing gets lost between five different tools.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84632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8463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606040" y="4846320"/>
            <a:ext cx="256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62072" y="484632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62072" y="48463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Resume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28032" y="4846320"/>
            <a:ext cx="256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84064" y="484632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84064" y="48463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Portfolio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050024" y="4846320"/>
            <a:ext cx="256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06056" y="484632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06056" y="48463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AI Feedback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272016" y="4846320"/>
            <a:ext cx="256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528048" y="484632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28048" y="48463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PDF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412480" y="274320"/>
            <a:ext cx="3383280" cy="3383280"/>
          </a:xfrm>
          <a:prstGeom prst="ellipse">
            <a:avLst/>
          </a:prstGeom>
          <a:solidFill>
            <a:srgbClr val="2563EB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778240" y="822960"/>
            <a:ext cx="2651760" cy="2651760"/>
          </a:xfrm>
          <a:prstGeom prst="roundRect">
            <a:avLst>
              <a:gd name="adj" fmla="val 6897"/>
            </a:avLst>
          </a:prstGeom>
          <a:solidFill>
            <a:srgbClr val="FFFFFF">
              <a:alpha val="96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0" y="822960"/>
            <a:ext cx="2651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CareerForge AI — Project Overview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a job seeker needs, built 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70048" cy="2148840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🔐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41248" y="256032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Authentication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1248" y="3063240"/>
            <a:ext cx="22677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registration &amp; login with hashed passwords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1691640"/>
            <a:ext cx="2670048" cy="2148840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3703320" y="192024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📄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75888" y="256032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Builder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75888" y="3063240"/>
            <a:ext cx="22677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Multi-section form with a real-time live preview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1691640"/>
            <a:ext cx="2670048" cy="2148840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537960" y="19202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🎨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510528" y="256032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Resume Templates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10528" y="3063240"/>
            <a:ext cx="22677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Classic, Modern &amp; Minimal — switch instantly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44000" y="1691640"/>
            <a:ext cx="2670048" cy="2148840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9372600" y="19202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93726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⬇️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345168" y="256032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One-Click PDF Export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45168" y="3063240"/>
            <a:ext cx="22677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PDF generation, client-side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069080"/>
            <a:ext cx="2670048" cy="2148840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</p:spPr>
      </p:sp>
      <p:sp>
        <p:nvSpPr>
          <p:cNvPr id="25" name="Shape 23"/>
          <p:cNvSpPr/>
          <p:nvPr/>
        </p:nvSpPr>
        <p:spPr>
          <a:xfrm>
            <a:off x="868680" y="429768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🌐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841248" y="493776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Builder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41248" y="5440680"/>
            <a:ext cx="22677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shareable page for your projects &amp; skills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74720" y="4069080"/>
            <a:ext cx="2670048" cy="2148840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</p:spPr>
      </p:sp>
      <p:sp>
        <p:nvSpPr>
          <p:cNvPr id="30" name="Shape 28"/>
          <p:cNvSpPr/>
          <p:nvPr/>
        </p:nvSpPr>
        <p:spPr>
          <a:xfrm>
            <a:off x="3703320" y="42976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370332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🤖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3675888" y="493776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Resume Review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675888" y="5440680"/>
            <a:ext cx="22677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scores &amp; feedback via Groq (Llama 3.3)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09360" y="4069080"/>
            <a:ext cx="2670048" cy="2148840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</p:spPr>
      </p:sp>
      <p:sp>
        <p:nvSpPr>
          <p:cNvPr id="35" name="Shape 33"/>
          <p:cNvSpPr/>
          <p:nvPr/>
        </p:nvSpPr>
        <p:spPr>
          <a:xfrm>
            <a:off x="6537960" y="42976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653796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📊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6510528" y="493776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Dashboard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510528" y="5440680"/>
            <a:ext cx="22677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Profile-completion tracking at a glance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144000" y="4069080"/>
            <a:ext cx="2670048" cy="2148840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</p:spPr>
      </p:sp>
      <p:sp>
        <p:nvSpPr>
          <p:cNvPr id="40" name="Shape 38"/>
          <p:cNvSpPr/>
          <p:nvPr/>
        </p:nvSpPr>
        <p:spPr>
          <a:xfrm>
            <a:off x="9372600" y="429768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1" name="Text 39"/>
          <p:cNvSpPr/>
          <p:nvPr/>
        </p:nvSpPr>
        <p:spPr>
          <a:xfrm>
            <a:off x="937260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🌙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9345168" y="493776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Dark Mode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9345168" y="5440680"/>
            <a:ext cx="22677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preference saved across sessions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CareerForge AI — Project Overview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a modern, full-stack foundation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91640"/>
            <a:ext cx="2606040" cy="6858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57400"/>
            <a:ext cx="260604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65176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✦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(Standalone)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41248" y="3218688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✦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41248" y="3785616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✦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47288" y="16916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3447288" y="1691640"/>
            <a:ext cx="2606040" cy="6858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/>
        </p:spPr>
      </p:sp>
      <p:sp>
        <p:nvSpPr>
          <p:cNvPr id="13" name="Shape 11"/>
          <p:cNvSpPr/>
          <p:nvPr/>
        </p:nvSpPr>
        <p:spPr>
          <a:xfrm>
            <a:off x="3447288" y="2057400"/>
            <a:ext cx="2606040" cy="3200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3447288" y="16916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48456" y="265176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✦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Web API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48456" y="3218688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✦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48456" y="3785616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✦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Auth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54496" y="16916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6254496" y="1691640"/>
            <a:ext cx="2606040" cy="6858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/>
        </p:spPr>
      </p:sp>
      <p:sp>
        <p:nvSpPr>
          <p:cNvPr id="20" name="Shape 18"/>
          <p:cNvSpPr/>
          <p:nvPr/>
        </p:nvSpPr>
        <p:spPr>
          <a:xfrm>
            <a:off x="6254496" y="2057400"/>
            <a:ext cx="260604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254496" y="16916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55664" y="265176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✦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55664" y="3218688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✦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061704" y="16916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25" name="Shape 23"/>
          <p:cNvSpPr/>
          <p:nvPr/>
        </p:nvSpPr>
        <p:spPr>
          <a:xfrm>
            <a:off x="9061704" y="1691640"/>
            <a:ext cx="2606040" cy="6858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/>
        </p:spPr>
      </p:sp>
      <p:sp>
        <p:nvSpPr>
          <p:cNvPr id="26" name="Shape 24"/>
          <p:cNvSpPr/>
          <p:nvPr/>
        </p:nvSpPr>
        <p:spPr>
          <a:xfrm>
            <a:off x="9061704" y="2057400"/>
            <a:ext cx="260604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9061704" y="16916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Tools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62872" y="265176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✦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— Llama 3.3 70B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262872" y="3218688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✦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 + html2canvas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262872" y="3785616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✦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Swagger, Postman, Git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CareerForge AI — Project Overview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three-tier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frontend  →  ASP.NET Core Web API  →  SQL Server, with the AI Suggestion Engine and PDF Generation running as dedicated processes.</a:t>
            </a:r>
            <a:endParaRPr lang="en-US" sz="1350" dirty="0"/>
          </a:p>
        </p:txBody>
      </p:sp>
      <p:pic>
        <p:nvPicPr>
          <p:cNvPr id="5" name="Image 0" descr="/home/claude/block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5144" y="2011680"/>
            <a:ext cx="7598664" cy="4389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CareerForge AI — Project Overview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Entity-Relationship Model</a:t>
            </a:r>
            <a:endParaRPr lang="en-US" sz="2600" dirty="0"/>
          </a:p>
        </p:txBody>
      </p:sp>
      <p:pic>
        <p:nvPicPr>
          <p:cNvPr id="4" name="Image 0" descr="/home/claude/er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5144" y="1508760"/>
            <a:ext cx="7598664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CareerForge AI — Project Overview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94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GROQ · LLAMA 3.3 70B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AI feedback, not a checklist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resume is sent to a large language model, which returns genuine, structured feedback — not keyword matching.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99008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0-100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91840" y="278892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99008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0-100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91840" y="37490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Score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0" y="278892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299008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0-100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943600" y="37490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Match Score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595360" y="278892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299008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0-100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595360" y="37490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Score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47091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written feedback and specific suggestions for missing skills — all generated on demand from the AI Suggestions screen.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CareerForge AI — Project Overview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 for CareerForge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66360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39112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837944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ATS Resume Score Checker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225856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ATS-compatibility scoring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166360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039112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1837944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Recommendation System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0" y="225856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listings based on resume content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154680"/>
            <a:ext cx="5166360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3502152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5021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3300984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Letter Generator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372160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AI-drafted, role-specific cover letters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154680"/>
            <a:ext cx="5166360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3502152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5021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2320" y="3300984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Interview Module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320" y="372160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interview practice with feedback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5166360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/>
        </p:spPr>
      </p:sp>
      <p:sp>
        <p:nvSpPr>
          <p:cNvPr id="25" name="Shape 23"/>
          <p:cNvSpPr/>
          <p:nvPr/>
        </p:nvSpPr>
        <p:spPr>
          <a:xfrm>
            <a:off x="868680" y="4965192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965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600200" y="4764024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&amp; OTP Verification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00200" y="518464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account security at sign-up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4617720"/>
            <a:ext cx="5166360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0" y="4965192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4965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32320" y="4764024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Portal Integration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32320" y="518464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application submission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CareerForge AI — Project Overview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1828800"/>
            <a:ext cx="6400800" cy="6400800"/>
          </a:xfrm>
          <a:prstGeom prst="ellipse">
            <a:avLst/>
          </a:prstGeom>
          <a:solidFill>
            <a:srgbClr val="2563EB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486400" cy="5486400"/>
          </a:xfrm>
          <a:prstGeom prst="ellipse">
            <a:avLst/>
          </a:prstGeom>
          <a:solidFill>
            <a:srgbClr val="0D9488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49240" y="137160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349240" y="1371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6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</a:t>
            </a:r>
            <a:endParaRPr lang="en-US" sz="306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51960" y="4251960"/>
            <a:ext cx="3657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480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Singh Bisht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Vivek Kumar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· Institute of Information Technology &amp; Management, New Delhi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51937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github.com/amitbisht2406-cmd/CareerForge-AI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5486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linkedin.com/in/amitbisht2406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57790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amitbisht2406@gmail.com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2026-07-26T11:14:25Z</dcterms:created>
  <dcterms:modified xsi:type="dcterms:W3CDTF">2026-07-26T11:14:25Z</dcterms:modified>
</cp:coreProperties>
</file>